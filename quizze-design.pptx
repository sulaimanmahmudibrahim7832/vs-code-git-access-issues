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55069-4C18-41EE-A43C-351A36323533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5539-EF84-45AE-BEA3-1D87AEB1EF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549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Quizzes-page-lay-out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5539-EF84-45AE-BEA3-1D87AEB1EF0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513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FA08-9632-E080-9CCB-5BFB85FF7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F13DC-02C0-105F-1D75-BC5EC3245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93D2C-9EA8-FFB6-E5F2-AB5E1D527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F0521-99D0-7569-7931-DE9BCDF83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B8295-90D7-6AF4-1C1B-67BB7764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329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9B2F-D8D6-6BF4-A2E1-9A0126A0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DED13-7AD7-6FB9-70B4-1A91A7897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46C5F-2BF7-0868-407A-FD9578576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7B296-B225-4A03-7034-7E81829AC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04E39-A8C5-80FF-32E9-75EACBE9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47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90A1-1C81-8FBD-6D35-B08E64AA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04A0F-356B-05E7-CCDD-2A1DB02B8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BEA66-C6CF-1463-1226-1C5EF823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EFACB-60E6-1323-2942-BD92C1B7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64954-CC81-A6A3-FCD9-78EE62BA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90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F2B6-4108-D775-4AE4-206798A1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ECD79-CEC9-0CF6-C60B-91A57E45D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E8193-C6BA-7165-02F9-9DC66798B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93EAA-3B2A-41AB-763B-9B89846A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AB68C-AACC-2F38-7AC6-2611E9F73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CF2F-48DF-ABB2-C84C-66CDAF32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60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DFF4-5196-F248-AE6B-63012CAF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440F8-801E-E7F6-4BBC-9C41BC302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4F266-59A4-5C3D-5ECF-2BA06A77A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83B0E-129E-606C-E09A-DF05AB1527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D79D27-FCDA-90F3-5A66-B67FD35F7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9CC328-9C1B-665C-F6D3-663A26B62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148E1-4079-DF3A-95C1-1D8550F5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E7321-276A-E695-74A4-25C62BAD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61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25563-DB03-FFBC-46B0-01742AE17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DE5E1-0297-9B3D-670B-A0C72F17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5E7440-7B5A-497A-436E-131BB5104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9DAD1-DBF8-6203-35E4-9369D0F1E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89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E0352D-2D5D-CEB8-09F1-5C18FCA31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148180-BC62-514E-2DD5-E735C3B5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E20B6-5859-029F-49FB-71E7C274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442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CF2F-572F-FEEB-C098-51BA731C1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94B8F-D1F9-48B3-63E1-4AA099264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E0406-E37B-B352-16A8-177082A74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24F68-C7D3-2FC7-8FBA-EAD1E489B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2EA76-C38D-6A61-DE9A-70E65476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FCC25-4488-4DF9-91EC-D6E822F8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79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E0E3-E6C7-5D48-3E34-3DAAA918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60E70-32C2-CCE9-ACB0-D20BB3485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E15B3-F70D-622D-6FE5-803A45DD9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AB8E9-D612-8193-7124-AB890BE1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FAA05-1DC8-51C5-A5F2-2BA436FC5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D5563-22B1-0D57-9D45-6366EA32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2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A24B-A027-D21C-FE57-B412F524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517CA-EF79-7BC5-7440-833CB2BB6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4B3BC-DAE1-F575-6844-1F2D067A7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ABA2F-B9DE-F414-A564-00BCE868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B024E-97F1-3CC3-659A-14E8D2DA7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39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C0C842-543A-B916-E1E5-96CAD25ED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A9A75-7F02-E2C8-3843-8EFB16CE9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2BAC8-3EB5-1097-6482-3FD809F1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9D216-69D8-DD9C-F0E4-CC55308A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EFA89-D2CB-BCF1-030F-06016EEF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4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DBFA2-602F-4521-B163-1716E5C77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8AE18-1380-106F-ECBE-CB01C6A9A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6D9E6-F865-53BD-4D05-0D0C86386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E39FA-82EF-4EBF-990C-4BF65B6AEB0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1CEAD-B3E1-8D0A-FAB2-F080BDF69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D8CFB-B36F-98EB-E875-C63E90BD3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D2D87-BD03-4302-B370-C623C0136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73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D954BD-A6BA-CE49-BCD8-E11EAEC7308A}"/>
              </a:ext>
            </a:extLst>
          </p:cNvPr>
          <p:cNvSpPr/>
          <p:nvPr/>
        </p:nvSpPr>
        <p:spPr>
          <a:xfrm>
            <a:off x="0" y="0"/>
            <a:ext cx="12192000" cy="6908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98FB44-59B7-4668-FE29-840BF8153FBD}"/>
              </a:ext>
            </a:extLst>
          </p:cNvPr>
          <p:cNvSpPr/>
          <p:nvPr/>
        </p:nvSpPr>
        <p:spPr>
          <a:xfrm>
            <a:off x="81280" y="81280"/>
            <a:ext cx="883920" cy="528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quizzes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3329F9-12EF-0827-1273-D90BA3E59389}"/>
              </a:ext>
            </a:extLst>
          </p:cNvPr>
          <p:cNvSpPr/>
          <p:nvPr/>
        </p:nvSpPr>
        <p:spPr>
          <a:xfrm>
            <a:off x="10434320" y="81280"/>
            <a:ext cx="1605280" cy="4851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Finished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52ACEC-B06F-E5F0-0A29-25A224100A82}"/>
              </a:ext>
            </a:extLst>
          </p:cNvPr>
          <p:cNvSpPr/>
          <p:nvPr/>
        </p:nvSpPr>
        <p:spPr>
          <a:xfrm>
            <a:off x="1046480" y="81280"/>
            <a:ext cx="1016000" cy="5791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quite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1D64C6-6D88-FB73-C448-CF6FAE4CF697}"/>
              </a:ext>
            </a:extLst>
          </p:cNvPr>
          <p:cNvSpPr/>
          <p:nvPr/>
        </p:nvSpPr>
        <p:spPr>
          <a:xfrm>
            <a:off x="4582160" y="136525"/>
            <a:ext cx="1838960" cy="374649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Mathematics</a:t>
            </a:r>
          </a:p>
        </p:txBody>
      </p:sp>
    </p:spTree>
    <p:extLst>
      <p:ext uri="{BB962C8B-B14F-4D97-AF65-F5344CB8AC3E}">
        <p14:creationId xmlns:p14="http://schemas.microsoft.com/office/powerpoint/2010/main" val="1888051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Sulaiman Mahmud</dc:creator>
  <cp:lastModifiedBy>Sulaiman Mahmud</cp:lastModifiedBy>
  <cp:revision>1</cp:revision>
  <dcterms:created xsi:type="dcterms:W3CDTF">2026-01-06T21:04:24Z</dcterms:created>
  <dcterms:modified xsi:type="dcterms:W3CDTF">2026-01-06T21:15:39Z</dcterms:modified>
</cp:coreProperties>
</file>